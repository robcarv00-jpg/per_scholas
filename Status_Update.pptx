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E44E1F-4950-9906-7AF9-5DD0D8C4CCA0}" v="80" dt="2026-08-11T23:21:42.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carver" userId="438b2c7c924e7413" providerId="Windows Live" clId="Web-{45E44E1F-4950-9906-7AF9-5DD0D8C4CCA0}"/>
    <pc:docChg chg="mod addSld modSld addMainMaster delMainMaster">
      <pc:chgData name="robert carver" userId="438b2c7c924e7413" providerId="Windows Live" clId="Web-{45E44E1F-4950-9906-7AF9-5DD0D8C4CCA0}" dt="2026-08-11T23:30:20.148" v="92"/>
      <pc:docMkLst>
        <pc:docMk/>
      </pc:docMkLst>
      <pc:sldChg chg="modSp mod modClrScheme chgLayout">
        <pc:chgData name="robert carver" userId="438b2c7c924e7413" providerId="Windows Live" clId="Web-{45E44E1F-4950-9906-7AF9-5DD0D8C4CCA0}" dt="2026-08-11T22:38:32.732" v="11" actId="20577"/>
        <pc:sldMkLst>
          <pc:docMk/>
          <pc:sldMk cId="109857222" sldId="256"/>
        </pc:sldMkLst>
        <pc:spChg chg="mod ord">
          <ac:chgData name="robert carver" userId="438b2c7c924e7413" providerId="Windows Live" clId="Web-{45E44E1F-4950-9906-7AF9-5DD0D8C4CCA0}" dt="2026-08-11T22:38:23.607" v="5" actId="20577"/>
          <ac:spMkLst>
            <pc:docMk/>
            <pc:sldMk cId="109857222" sldId="256"/>
            <ac:spMk id="2" creationId="{00000000-0000-0000-0000-000000000000}"/>
          </ac:spMkLst>
        </pc:spChg>
        <pc:spChg chg="mod ord">
          <ac:chgData name="robert carver" userId="438b2c7c924e7413" providerId="Windows Live" clId="Web-{45E44E1F-4950-9906-7AF9-5DD0D8C4CCA0}" dt="2026-08-11T22:38:32.732" v="11" actId="20577"/>
          <ac:spMkLst>
            <pc:docMk/>
            <pc:sldMk cId="109857222" sldId="256"/>
            <ac:spMk id="3" creationId="{00000000-0000-0000-0000-000000000000}"/>
          </ac:spMkLst>
        </pc:spChg>
      </pc:sldChg>
      <pc:sldChg chg="addSp delSp modSp new mod modClrScheme chgLayout modNotes">
        <pc:chgData name="robert carver" userId="438b2c7c924e7413" providerId="Windows Live" clId="Web-{45E44E1F-4950-9906-7AF9-5DD0D8C4CCA0}" dt="2026-08-11T23:28:36.802" v="85"/>
        <pc:sldMkLst>
          <pc:docMk/>
          <pc:sldMk cId="3593486319" sldId="257"/>
        </pc:sldMkLst>
        <pc:spChg chg="mod ord">
          <ac:chgData name="robert carver" userId="438b2c7c924e7413" providerId="Windows Live" clId="Web-{45E44E1F-4950-9906-7AF9-5DD0D8C4CCA0}" dt="2026-08-11T23:04:43.559" v="26" actId="20577"/>
          <ac:spMkLst>
            <pc:docMk/>
            <pc:sldMk cId="3593486319" sldId="257"/>
            <ac:spMk id="2" creationId="{F9442C3A-4BD7-A58E-B541-0FF9033C7292}"/>
          </ac:spMkLst>
        </pc:spChg>
        <pc:spChg chg="del mod ord">
          <ac:chgData name="robert carver" userId="438b2c7c924e7413" providerId="Windows Live" clId="Web-{45E44E1F-4950-9906-7AF9-5DD0D8C4CCA0}" dt="2026-08-11T23:14:56.809" v="38"/>
          <ac:spMkLst>
            <pc:docMk/>
            <pc:sldMk cId="3593486319" sldId="257"/>
            <ac:spMk id="3" creationId="{A43127D4-19C2-5308-7F62-6FCC9F09AE3C}"/>
          </ac:spMkLst>
        </pc:spChg>
        <pc:spChg chg="add mod ord">
          <ac:chgData name="robert carver" userId="438b2c7c924e7413" providerId="Windows Live" clId="Web-{45E44E1F-4950-9906-7AF9-5DD0D8C4CCA0}" dt="2026-08-11T23:11:53.430" v="37" actId="1076"/>
          <ac:spMkLst>
            <pc:docMk/>
            <pc:sldMk cId="3593486319" sldId="257"/>
            <ac:spMk id="4" creationId="{98BD3674-3E50-384B-8E0A-DF8586B4C1BA}"/>
          </ac:spMkLst>
        </pc:spChg>
        <pc:picChg chg="add mod ord">
          <ac:chgData name="robert carver" userId="438b2c7c924e7413" providerId="Windows Live" clId="Web-{45E44E1F-4950-9906-7AF9-5DD0D8C4CCA0}" dt="2026-08-11T23:14:56.809" v="38"/>
          <ac:picMkLst>
            <pc:docMk/>
            <pc:sldMk cId="3593486319" sldId="257"/>
            <ac:picMk id="5" creationId="{8F8337A8-3F54-5E5A-4925-31AE584EF250}"/>
          </ac:picMkLst>
        </pc:picChg>
      </pc:sldChg>
      <pc:sldChg chg="modSp new modNotes">
        <pc:chgData name="robert carver" userId="438b2c7c924e7413" providerId="Windows Live" clId="Web-{45E44E1F-4950-9906-7AF9-5DD0D8C4CCA0}" dt="2026-08-11T23:30:20.148" v="92"/>
        <pc:sldMkLst>
          <pc:docMk/>
          <pc:sldMk cId="1828530913" sldId="258"/>
        </pc:sldMkLst>
        <pc:spChg chg="mod">
          <ac:chgData name="robert carver" userId="438b2c7c924e7413" providerId="Windows Live" clId="Web-{45E44E1F-4950-9906-7AF9-5DD0D8C4CCA0}" dt="2026-08-11T23:21:42.370" v="83" actId="14100"/>
          <ac:spMkLst>
            <pc:docMk/>
            <pc:sldMk cId="1828530913" sldId="258"/>
            <ac:spMk id="2" creationId="{2899D861-49C4-D0FF-9AE4-06105D1F6D90}"/>
          </ac:spMkLst>
        </pc:spChg>
        <pc:spChg chg="mod">
          <ac:chgData name="robert carver" userId="438b2c7c924e7413" providerId="Windows Live" clId="Web-{45E44E1F-4950-9906-7AF9-5DD0D8C4CCA0}" dt="2026-08-11T23:21:04.947" v="70" actId="20577"/>
          <ac:spMkLst>
            <pc:docMk/>
            <pc:sldMk cId="1828530913" sldId="258"/>
            <ac:spMk id="3" creationId="{50ADB92D-7EEE-7D95-9EB9-0358783FC4ED}"/>
          </ac:spMkLst>
        </pc:spChg>
        <pc:spChg chg="mod">
          <ac:chgData name="robert carver" userId="438b2c7c924e7413" providerId="Windows Live" clId="Web-{45E44E1F-4950-9906-7AF9-5DD0D8C4CCA0}" dt="2026-08-11T23:21:33.791" v="82" actId="14100"/>
          <ac:spMkLst>
            <pc:docMk/>
            <pc:sldMk cId="1828530913" sldId="258"/>
            <ac:spMk id="4" creationId="{5BF84E46-D6A1-11DE-5337-DA8E875211DF}"/>
          </ac:spMkLst>
        </pc:spChg>
        <pc:spChg chg="mod">
          <ac:chgData name="robert carver" userId="438b2c7c924e7413" providerId="Windows Live" clId="Web-{45E44E1F-4950-9906-7AF9-5DD0D8C4CCA0}" dt="2026-08-11T23:21:04.947" v="70" actId="20577"/>
          <ac:spMkLst>
            <pc:docMk/>
            <pc:sldMk cId="1828530913" sldId="258"/>
            <ac:spMk id="5" creationId="{B45D83C7-2FC3-E76E-E612-1B646139448D}"/>
          </ac:spMkLst>
        </pc:spChg>
        <pc:spChg chg="mod">
          <ac:chgData name="robert carver" userId="438b2c7c924e7413" providerId="Windows Live" clId="Web-{45E44E1F-4950-9906-7AF9-5DD0D8C4CCA0}" dt="2026-08-11T23:18:57.941" v="58" actId="20577"/>
          <ac:spMkLst>
            <pc:docMk/>
            <pc:sldMk cId="1828530913" sldId="258"/>
            <ac:spMk id="6" creationId="{FB887B46-785D-612E-5C42-EEA96510D0FE}"/>
          </ac:spMkLst>
        </pc:spChg>
      </pc:sldChg>
      <pc:sldMasterChg chg="del delSldLayout">
        <pc:chgData name="robert carver" userId="438b2c7c924e7413" providerId="Windows Live" clId="Web-{45E44E1F-4950-9906-7AF9-5DD0D8C4CCA0}" dt="2026-08-11T22:37:48.497" v="0"/>
        <pc:sldMasterMkLst>
          <pc:docMk/>
          <pc:sldMasterMk cId="2460954070" sldId="2147483660"/>
        </pc:sldMasterMkLst>
        <pc:sldLayoutChg chg="del">
          <pc:chgData name="robert carver" userId="438b2c7c924e7413" providerId="Windows Live" clId="Web-{45E44E1F-4950-9906-7AF9-5DD0D8C4CCA0}" dt="2026-08-11T22:37:48.497" v="0"/>
          <pc:sldLayoutMkLst>
            <pc:docMk/>
            <pc:sldMasterMk cId="2460954070" sldId="2147483660"/>
            <pc:sldLayoutMk cId="2385387890" sldId="2147483661"/>
          </pc:sldLayoutMkLst>
        </pc:sldLayoutChg>
        <pc:sldLayoutChg chg="del">
          <pc:chgData name="robert carver" userId="438b2c7c924e7413" providerId="Windows Live" clId="Web-{45E44E1F-4950-9906-7AF9-5DD0D8C4CCA0}" dt="2026-08-11T22:37:48.497" v="0"/>
          <pc:sldLayoutMkLst>
            <pc:docMk/>
            <pc:sldMasterMk cId="2460954070" sldId="2147483660"/>
            <pc:sldLayoutMk cId="949138452" sldId="2147483662"/>
          </pc:sldLayoutMkLst>
        </pc:sldLayoutChg>
        <pc:sldLayoutChg chg="del">
          <pc:chgData name="robert carver" userId="438b2c7c924e7413" providerId="Windows Live" clId="Web-{45E44E1F-4950-9906-7AF9-5DD0D8C4CCA0}" dt="2026-08-11T22:37:48.497" v="0"/>
          <pc:sldLayoutMkLst>
            <pc:docMk/>
            <pc:sldMasterMk cId="2460954070" sldId="2147483660"/>
            <pc:sldLayoutMk cId="2591524520" sldId="2147483663"/>
          </pc:sldLayoutMkLst>
        </pc:sldLayoutChg>
        <pc:sldLayoutChg chg="del">
          <pc:chgData name="robert carver" userId="438b2c7c924e7413" providerId="Windows Live" clId="Web-{45E44E1F-4950-9906-7AF9-5DD0D8C4CCA0}" dt="2026-08-11T22:37:48.497" v="0"/>
          <pc:sldLayoutMkLst>
            <pc:docMk/>
            <pc:sldMasterMk cId="2460954070" sldId="2147483660"/>
            <pc:sldLayoutMk cId="1203092039" sldId="2147483664"/>
          </pc:sldLayoutMkLst>
        </pc:sldLayoutChg>
        <pc:sldLayoutChg chg="del">
          <pc:chgData name="robert carver" userId="438b2c7c924e7413" providerId="Windows Live" clId="Web-{45E44E1F-4950-9906-7AF9-5DD0D8C4CCA0}" dt="2026-08-11T22:37:48.497" v="0"/>
          <pc:sldLayoutMkLst>
            <pc:docMk/>
            <pc:sldMasterMk cId="2460954070" sldId="2147483660"/>
            <pc:sldLayoutMk cId="3733172339" sldId="2147483665"/>
          </pc:sldLayoutMkLst>
        </pc:sldLayoutChg>
        <pc:sldLayoutChg chg="del">
          <pc:chgData name="robert carver" userId="438b2c7c924e7413" providerId="Windows Live" clId="Web-{45E44E1F-4950-9906-7AF9-5DD0D8C4CCA0}" dt="2026-08-11T22:37:48.497" v="0"/>
          <pc:sldLayoutMkLst>
            <pc:docMk/>
            <pc:sldMasterMk cId="2460954070" sldId="2147483660"/>
            <pc:sldLayoutMk cId="3210312558" sldId="2147483666"/>
          </pc:sldLayoutMkLst>
        </pc:sldLayoutChg>
        <pc:sldLayoutChg chg="del">
          <pc:chgData name="robert carver" userId="438b2c7c924e7413" providerId="Windows Live" clId="Web-{45E44E1F-4950-9906-7AF9-5DD0D8C4CCA0}" dt="2026-08-11T22:37:48.497" v="0"/>
          <pc:sldLayoutMkLst>
            <pc:docMk/>
            <pc:sldMasterMk cId="2460954070" sldId="2147483660"/>
            <pc:sldLayoutMk cId="3146388984" sldId="2147483667"/>
          </pc:sldLayoutMkLst>
        </pc:sldLayoutChg>
        <pc:sldLayoutChg chg="del">
          <pc:chgData name="robert carver" userId="438b2c7c924e7413" providerId="Windows Live" clId="Web-{45E44E1F-4950-9906-7AF9-5DD0D8C4CCA0}" dt="2026-08-11T22:37:48.497" v="0"/>
          <pc:sldLayoutMkLst>
            <pc:docMk/>
            <pc:sldMasterMk cId="2460954070" sldId="2147483660"/>
            <pc:sldLayoutMk cId="3171841454" sldId="2147483668"/>
          </pc:sldLayoutMkLst>
        </pc:sldLayoutChg>
        <pc:sldLayoutChg chg="del">
          <pc:chgData name="robert carver" userId="438b2c7c924e7413" providerId="Windows Live" clId="Web-{45E44E1F-4950-9906-7AF9-5DD0D8C4CCA0}" dt="2026-08-11T22:37:48.497" v="0"/>
          <pc:sldLayoutMkLst>
            <pc:docMk/>
            <pc:sldMasterMk cId="2460954070" sldId="2147483660"/>
            <pc:sldLayoutMk cId="1718958274" sldId="2147483669"/>
          </pc:sldLayoutMkLst>
        </pc:sldLayoutChg>
        <pc:sldLayoutChg chg="del">
          <pc:chgData name="robert carver" userId="438b2c7c924e7413" providerId="Windows Live" clId="Web-{45E44E1F-4950-9906-7AF9-5DD0D8C4CCA0}" dt="2026-08-11T22:37:48.497" v="0"/>
          <pc:sldLayoutMkLst>
            <pc:docMk/>
            <pc:sldMasterMk cId="2460954070" sldId="2147483660"/>
            <pc:sldLayoutMk cId="2202905451" sldId="2147483670"/>
          </pc:sldLayoutMkLst>
        </pc:sldLayoutChg>
        <pc:sldLayoutChg chg="del">
          <pc:chgData name="robert carver" userId="438b2c7c924e7413" providerId="Windows Live" clId="Web-{45E44E1F-4950-9906-7AF9-5DD0D8C4CCA0}" dt="2026-08-11T22:37:48.497" v="0"/>
          <pc:sldLayoutMkLst>
            <pc:docMk/>
            <pc:sldMasterMk cId="2460954070" sldId="2147483660"/>
            <pc:sldLayoutMk cId="3479445657" sldId="2147483671"/>
          </pc:sldLayoutMkLst>
        </pc:sldLayoutChg>
      </pc:sldMasterChg>
      <pc:sldMasterChg chg="add addSldLayout modSldLayout">
        <pc:chgData name="robert carver" userId="438b2c7c924e7413" providerId="Windows Live" clId="Web-{45E44E1F-4950-9906-7AF9-5DD0D8C4CCA0}" dt="2026-08-11T22:37:48.497" v="0"/>
        <pc:sldMasterMkLst>
          <pc:docMk/>
          <pc:sldMasterMk cId="569553841" sldId="2147483672"/>
        </pc:sldMasterMkLst>
        <pc:sldLayoutChg chg="add mod replId">
          <pc:chgData name="robert carver" userId="438b2c7c924e7413" providerId="Windows Live" clId="Web-{45E44E1F-4950-9906-7AF9-5DD0D8C4CCA0}" dt="2026-08-11T22:37:48.497" v="0"/>
          <pc:sldLayoutMkLst>
            <pc:docMk/>
            <pc:sldMasterMk cId="569553841" sldId="2147483672"/>
            <pc:sldLayoutMk cId="3632518820" sldId="2147483673"/>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2978772424" sldId="2147483674"/>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3801357115" sldId="2147483675"/>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1730129278" sldId="2147483676"/>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1748701643" sldId="2147483677"/>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423422038" sldId="2147483678"/>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4042175137" sldId="2147483679"/>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20655556" sldId="2147483680"/>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1928699712" sldId="2147483681"/>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3610389941" sldId="2147483682"/>
          </pc:sldLayoutMkLst>
        </pc:sldLayoutChg>
        <pc:sldLayoutChg chg="add mod replId">
          <pc:chgData name="robert carver" userId="438b2c7c924e7413" providerId="Windows Live" clId="Web-{45E44E1F-4950-9906-7AF9-5DD0D8C4CCA0}" dt="2026-08-11T22:37:48.497" v="0"/>
          <pc:sldLayoutMkLst>
            <pc:docMk/>
            <pc:sldMasterMk cId="569553841" sldId="2147483672"/>
            <pc:sldLayoutMk cId="104312676"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4A7E0F-D632-41E5-8C18-F623233CE334}" type="datetimeFigureOut">
              <a:t>8/11/2026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58203-F9F6-4FFF-87D7-6D942481D1C5}" type="slidenum">
              <a:t>‹#›</a:t>
            </a:fld>
            <a:endParaRPr lang="en-US"/>
          </a:p>
        </p:txBody>
      </p:sp>
    </p:spTree>
    <p:extLst>
      <p:ext uri="{BB962C8B-B14F-4D97-AF65-F5344CB8AC3E}">
        <p14:creationId xmlns:p14="http://schemas.microsoft.com/office/powerpoint/2010/main" val="4050405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 the past week, I’ve made solid progress on the project. The Word document is complete and looks professional, and I’ve built the Excel tracker with dropdowns for status updates. These tools are helping us stay organized and visualize progress clearly.</a:t>
            </a:r>
          </a:p>
        </p:txBody>
      </p:sp>
      <p:sp>
        <p:nvSpPr>
          <p:cNvPr id="4" name="Slide Number Placeholder 3"/>
          <p:cNvSpPr>
            <a:spLocks noGrp="1"/>
          </p:cNvSpPr>
          <p:nvPr>
            <p:ph type="sldNum" sz="quarter" idx="5"/>
          </p:nvPr>
        </p:nvSpPr>
        <p:spPr/>
        <p:txBody>
          <a:bodyPr/>
          <a:lstStyle/>
          <a:p>
            <a:fld id="{0D358203-F9F6-4FFF-87D7-6D942481D1C5}" type="slidenum">
              <a:t>2</a:t>
            </a:fld>
            <a:endParaRPr lang="en-US"/>
          </a:p>
        </p:txBody>
      </p:sp>
    </p:spTree>
    <p:extLst>
      <p:ext uri="{BB962C8B-B14F-4D97-AF65-F5344CB8AC3E}">
        <p14:creationId xmlns:p14="http://schemas.microsoft.com/office/powerpoint/2010/main" val="3013915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next focus is creating a chart from the tracker data to show progress visually, then condensing everything into a few PowerPoint slides for the final presentation. I’ll also prepare an email to my manager with the slides attached. The main challenges right now are summarizing all the details effectively and clarifying project </a:t>
            </a:r>
            <a:r>
              <a:rPr lang="en-US"/>
              <a:t>dependencies,</a:t>
            </a:r>
            <a:r>
              <a:rPr lang="en-US" dirty="0"/>
              <a:t> so the plan table is accurate</a:t>
            </a:r>
          </a:p>
          <a:p>
            <a:endParaRPr lang="en-US"/>
          </a:p>
        </p:txBody>
      </p:sp>
      <p:sp>
        <p:nvSpPr>
          <p:cNvPr id="4" name="Slide Number Placeholder 3"/>
          <p:cNvSpPr>
            <a:spLocks noGrp="1"/>
          </p:cNvSpPr>
          <p:nvPr>
            <p:ph type="sldNum" sz="quarter" idx="5"/>
          </p:nvPr>
        </p:nvSpPr>
        <p:spPr/>
        <p:txBody>
          <a:bodyPr/>
          <a:lstStyle/>
          <a:p>
            <a:fld id="{0D358203-F9F6-4FFF-87D7-6D942481D1C5}" type="slidenum">
              <a:t>3</a:t>
            </a:fld>
            <a:endParaRPr lang="en-US"/>
          </a:p>
        </p:txBody>
      </p:sp>
    </p:spTree>
    <p:extLst>
      <p:ext uri="{BB962C8B-B14F-4D97-AF65-F5344CB8AC3E}">
        <p14:creationId xmlns:p14="http://schemas.microsoft.com/office/powerpoint/2010/main" val="3956026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dirty="0"/>
              <a:pPr algn="r"/>
              <a:t>8/11/2026</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63251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978772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dirty="0"/>
              <a:t>Click to edit Master title style</a:t>
            </a:r>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801357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73012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748701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dirty="0"/>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423422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4042175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0655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noChangeAspect="1"/>
          </p:cNvSpPr>
          <p:nvPr>
            <p:ph type="pic" idx="1"/>
          </p:nvPr>
        </p:nvSpPr>
        <p:spPr>
          <a:xfrm>
            <a:off x="0" y="2267712"/>
            <a:ext cx="6571469" cy="4590288"/>
          </a:xfrm>
          <a:solidFill>
            <a:schemeClr val="bg1">
              <a:lumMod val="85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2869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dirty="0"/>
              <a:pPr algn="r"/>
              <a:t>8/11/2026</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61038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dirty="0"/>
              <a:t>Click to edit Master title style</a:t>
            </a:r>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dirty="0"/>
              <a:pPr algn="r"/>
              <a:t>8/11/2026</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04312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dirty="0"/>
              <a:pPr algn="r"/>
              <a:t>8/11/2026</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5695538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Status update</a:t>
            </a:r>
          </a:p>
        </p:txBody>
      </p:sp>
      <p:sp>
        <p:nvSpPr>
          <p:cNvPr id="3" name="Subtitle 2"/>
          <p:cNvSpPr>
            <a:spLocks noGrp="1"/>
          </p:cNvSpPr>
          <p:nvPr>
            <p:ph type="subTitle" idx="1"/>
          </p:nvPr>
        </p:nvSpPr>
        <p:spPr/>
        <p:txBody>
          <a:bodyPr vert="horz" lIns="91440" tIns="45720" rIns="91440" bIns="45720" rtlCol="0" anchor="t">
            <a:normAutofit/>
          </a:bodyPr>
          <a:lstStyle/>
          <a:p>
            <a:r>
              <a:rPr lang="en-US"/>
              <a:t>Robert Carver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8F8337A8-3F54-5E5A-4925-31AE584EF250}"/>
              </a:ext>
            </a:extLst>
          </p:cNvPr>
          <p:cNvPicPr>
            <a:picLocks noGrp="1" noChangeAspect="1"/>
          </p:cNvPicPr>
          <p:nvPr>
            <p:ph type="pic" idx="1"/>
          </p:nvPr>
        </p:nvPicPr>
        <p:blipFill>
          <a:blip r:embed="rId3"/>
          <a:srcRect l="2282" r="2282"/>
          <a:stretch/>
        </p:blipFill>
        <p:spPr>
          <a:prstGeom prst="rect">
            <a:avLst/>
          </a:prstGeom>
          <a:solidFill>
            <a:prstClr val="white">
              <a:lumMod val="85000"/>
            </a:prstClr>
          </a:solidFill>
          <a:ln>
            <a:noFill/>
          </a:ln>
        </p:spPr>
      </p:pic>
      <p:sp>
        <p:nvSpPr>
          <p:cNvPr id="4" name="Text Placeholder 3">
            <a:extLst>
              <a:ext uri="{FF2B5EF4-FFF2-40B4-BE49-F238E27FC236}">
                <a16:creationId xmlns:a16="http://schemas.microsoft.com/office/drawing/2014/main" id="{98BD3674-3E50-384B-8E0A-DF8586B4C1BA}"/>
              </a:ext>
            </a:extLst>
          </p:cNvPr>
          <p:cNvSpPr>
            <a:spLocks noGrp="1"/>
          </p:cNvSpPr>
          <p:nvPr>
            <p:ph type="body" sz="half" idx="2"/>
          </p:nvPr>
        </p:nvSpPr>
        <p:spPr>
          <a:xfrm>
            <a:off x="6545858" y="2012658"/>
            <a:ext cx="5646251" cy="5520157"/>
          </a:xfrm>
        </p:spPr>
        <p:txBody>
          <a:bodyPr>
            <a:normAutofit/>
          </a:bodyPr>
          <a:lstStyle/>
          <a:p>
            <a:pPr marL="285750" indent="-285750">
              <a:buFont typeface="Arial"/>
              <a:buChar char="•"/>
            </a:pPr>
            <a:r>
              <a:rPr lang="en-US">
                <a:ea typeface="+mn-lt"/>
                <a:cs typeface="+mn-lt"/>
              </a:rPr>
              <a:t>Completed the Word document with a polished, professional layout.</a:t>
            </a:r>
            <a:endParaRPr lang="en-US"/>
          </a:p>
          <a:p>
            <a:pPr marL="285750" indent="-285750">
              <a:buFont typeface="Arial"/>
              <a:buChar char="•"/>
            </a:pPr>
            <a:r>
              <a:rPr lang="en-US">
                <a:ea typeface="+mn-lt"/>
                <a:cs typeface="+mn-lt"/>
              </a:rPr>
              <a:t>Built the Excel tracker and successfully implemented dropdown menus for status tracking.</a:t>
            </a:r>
            <a:endParaRPr lang="en-US"/>
          </a:p>
          <a:p>
            <a:pPr marL="285750" indent="-285750">
              <a:buFont typeface="Arial"/>
              <a:buChar char="•"/>
            </a:pPr>
            <a:r>
              <a:rPr lang="en-US">
                <a:ea typeface="+mn-lt"/>
                <a:cs typeface="+mn-lt"/>
              </a:rPr>
              <a:t>Established a structured foundation for project monitoring and reporting.</a:t>
            </a:r>
            <a:endParaRPr lang="en-US"/>
          </a:p>
          <a:p>
            <a:endParaRPr lang="en-US" dirty="0"/>
          </a:p>
        </p:txBody>
      </p:sp>
      <p:sp>
        <p:nvSpPr>
          <p:cNvPr id="2" name="Title 1">
            <a:extLst>
              <a:ext uri="{FF2B5EF4-FFF2-40B4-BE49-F238E27FC236}">
                <a16:creationId xmlns:a16="http://schemas.microsoft.com/office/drawing/2014/main" id="{F9442C3A-4BD7-A58E-B541-0FF9033C7292}"/>
              </a:ext>
            </a:extLst>
          </p:cNvPr>
          <p:cNvSpPr>
            <a:spLocks noGrp="1"/>
          </p:cNvSpPr>
          <p:nvPr>
            <p:ph type="title"/>
          </p:nvPr>
        </p:nvSpPr>
        <p:spPr/>
        <p:txBody>
          <a:bodyPr/>
          <a:lstStyle/>
          <a:p>
            <a:r>
              <a:rPr lang="en-US" dirty="0"/>
              <a:t>Key </a:t>
            </a:r>
            <a:r>
              <a:rPr lang="en-US"/>
              <a:t>accomplishments</a:t>
            </a:r>
            <a:endParaRPr lang="en-US" dirty="0"/>
          </a:p>
        </p:txBody>
      </p:sp>
    </p:spTree>
    <p:extLst>
      <p:ext uri="{BB962C8B-B14F-4D97-AF65-F5344CB8AC3E}">
        <p14:creationId xmlns:p14="http://schemas.microsoft.com/office/powerpoint/2010/main" val="3593486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99D861-49C4-D0FF-9AE4-06105D1F6D90}"/>
              </a:ext>
            </a:extLst>
          </p:cNvPr>
          <p:cNvSpPr>
            <a:spLocks noGrp="1"/>
          </p:cNvSpPr>
          <p:nvPr>
            <p:ph type="body" idx="1"/>
          </p:nvPr>
        </p:nvSpPr>
        <p:spPr>
          <a:xfrm>
            <a:off x="1664611" y="2587752"/>
            <a:ext cx="4114398" cy="848916"/>
          </a:xfrm>
        </p:spPr>
        <p:txBody>
          <a:bodyPr/>
          <a:lstStyle/>
          <a:p>
            <a:r>
              <a:rPr lang="en-US"/>
              <a:t>Upcoming Tasks </a:t>
            </a:r>
          </a:p>
        </p:txBody>
      </p:sp>
      <p:sp>
        <p:nvSpPr>
          <p:cNvPr id="3" name="Content Placeholder 2">
            <a:extLst>
              <a:ext uri="{FF2B5EF4-FFF2-40B4-BE49-F238E27FC236}">
                <a16:creationId xmlns:a16="http://schemas.microsoft.com/office/drawing/2014/main" id="{50ADB92D-7EEE-7D95-9EB9-0358783FC4ED}"/>
              </a:ext>
            </a:extLst>
          </p:cNvPr>
          <p:cNvSpPr>
            <a:spLocks noGrp="1"/>
          </p:cNvSpPr>
          <p:nvPr>
            <p:ph sz="half" idx="2"/>
          </p:nvPr>
        </p:nvSpPr>
        <p:spPr/>
        <p:txBody>
          <a:bodyPr vert="horz" lIns="91440" tIns="45720" rIns="91440" bIns="45720" rtlCol="0" anchor="t">
            <a:normAutofit fontScale="47500" lnSpcReduction="20000"/>
          </a:bodyPr>
          <a:lstStyle/>
          <a:p>
            <a:pPr marL="285750" indent="-285750">
              <a:buFont typeface="Arial"/>
              <a:buChar char="•"/>
            </a:pPr>
            <a:r>
              <a:rPr lang="en-US">
                <a:ea typeface="+mn-lt"/>
                <a:cs typeface="+mn-lt"/>
              </a:rPr>
              <a:t>Create a </a:t>
            </a:r>
            <a:r>
              <a:rPr lang="en-US" b="1">
                <a:ea typeface="+mn-lt"/>
                <a:cs typeface="+mn-lt"/>
              </a:rPr>
              <a:t>progress chart</a:t>
            </a:r>
            <a:r>
              <a:rPr lang="en-US">
                <a:ea typeface="+mn-lt"/>
                <a:cs typeface="+mn-lt"/>
              </a:rPr>
              <a:t> in Excel to visualize status updates</a:t>
            </a:r>
            <a:endParaRPr lang="en-US"/>
          </a:p>
          <a:p>
            <a:pPr marL="285750" indent="-285750">
              <a:buFont typeface="Arial"/>
              <a:buChar char="•"/>
            </a:pPr>
            <a:r>
              <a:rPr lang="en-US">
                <a:ea typeface="+mn-lt"/>
                <a:cs typeface="+mn-lt"/>
              </a:rPr>
              <a:t>Condense detailed information into </a:t>
            </a:r>
            <a:r>
              <a:rPr lang="en-US" b="1">
                <a:ea typeface="+mn-lt"/>
                <a:cs typeface="+mn-lt"/>
              </a:rPr>
              <a:t>PowerPoint slides</a:t>
            </a:r>
            <a:r>
              <a:rPr lang="en-US">
                <a:ea typeface="+mn-lt"/>
                <a:cs typeface="+mn-lt"/>
              </a:rPr>
              <a:t> without losing clarity</a:t>
            </a:r>
            <a:endParaRPr lang="en-US"/>
          </a:p>
          <a:p>
            <a:pPr marL="285750" indent="-285750">
              <a:buFont typeface="Arial"/>
              <a:buChar char="•"/>
            </a:pPr>
            <a:r>
              <a:rPr lang="en-US">
                <a:ea typeface="+mn-lt"/>
                <a:cs typeface="+mn-lt"/>
              </a:rPr>
              <a:t>Draft a concise </a:t>
            </a:r>
            <a:r>
              <a:rPr lang="en-US" b="1">
                <a:ea typeface="+mn-lt"/>
                <a:cs typeface="+mn-lt"/>
              </a:rPr>
              <a:t>email to my manager</a:t>
            </a:r>
            <a:r>
              <a:rPr lang="en-US">
                <a:ea typeface="+mn-lt"/>
                <a:cs typeface="+mn-lt"/>
              </a:rPr>
              <a:t> to send the presentation and update</a:t>
            </a:r>
            <a:endParaRPr lang="en-US"/>
          </a:p>
          <a:p>
            <a:pPr marL="285750" indent="-285750">
              <a:buFont typeface="Arial"/>
              <a:buChar char="•"/>
            </a:pPr>
            <a:r>
              <a:rPr lang="en-US">
                <a:ea typeface="+mn-lt"/>
                <a:cs typeface="+mn-lt"/>
              </a:rPr>
              <a:t>Clarify </a:t>
            </a:r>
            <a:r>
              <a:rPr lang="en-US" b="1">
                <a:ea typeface="+mn-lt"/>
                <a:cs typeface="+mn-lt"/>
              </a:rPr>
              <a:t>project dependencies</a:t>
            </a:r>
            <a:r>
              <a:rPr lang="en-US">
                <a:ea typeface="+mn-lt"/>
                <a:cs typeface="+mn-lt"/>
              </a:rPr>
              <a:t> to complete the project plan table effectively</a:t>
            </a:r>
            <a:endParaRPr lang="en-US"/>
          </a:p>
          <a:p>
            <a:endParaRPr lang="en-US" dirty="0"/>
          </a:p>
        </p:txBody>
      </p:sp>
      <p:sp>
        <p:nvSpPr>
          <p:cNvPr id="4" name="Text Placeholder 3">
            <a:extLst>
              <a:ext uri="{FF2B5EF4-FFF2-40B4-BE49-F238E27FC236}">
                <a16:creationId xmlns:a16="http://schemas.microsoft.com/office/drawing/2014/main" id="{5BF84E46-D6A1-11DE-5337-DA8E875211DF}"/>
              </a:ext>
            </a:extLst>
          </p:cNvPr>
          <p:cNvSpPr>
            <a:spLocks noGrp="1"/>
          </p:cNvSpPr>
          <p:nvPr>
            <p:ph type="body" sz="quarter" idx="3"/>
          </p:nvPr>
        </p:nvSpPr>
        <p:spPr>
          <a:xfrm>
            <a:off x="6970660" y="2587752"/>
            <a:ext cx="4258172" cy="848916"/>
          </a:xfrm>
        </p:spPr>
        <p:txBody>
          <a:bodyPr/>
          <a:lstStyle/>
          <a:p>
            <a:r>
              <a:rPr lang="en-US"/>
              <a:t>Current Challenges </a:t>
            </a:r>
          </a:p>
        </p:txBody>
      </p:sp>
      <p:sp>
        <p:nvSpPr>
          <p:cNvPr id="5" name="Content Placeholder 4">
            <a:extLst>
              <a:ext uri="{FF2B5EF4-FFF2-40B4-BE49-F238E27FC236}">
                <a16:creationId xmlns:a16="http://schemas.microsoft.com/office/drawing/2014/main" id="{B45D83C7-2FC3-E76E-E612-1B646139448D}"/>
              </a:ext>
            </a:extLst>
          </p:cNvPr>
          <p:cNvSpPr>
            <a:spLocks noGrp="1"/>
          </p:cNvSpPr>
          <p:nvPr>
            <p:ph sz="quarter" idx="4"/>
          </p:nvPr>
        </p:nvSpPr>
        <p:spPr/>
        <p:txBody>
          <a:bodyPr vert="horz" lIns="91440" tIns="45720" rIns="91440" bIns="45720" rtlCol="0" anchor="t">
            <a:normAutofit fontScale="47500" lnSpcReduction="20000"/>
          </a:bodyPr>
          <a:lstStyle/>
          <a:p>
            <a:pPr marL="285750" indent="-285750">
              <a:buFont typeface="Arial"/>
              <a:buChar char="•"/>
            </a:pPr>
            <a:r>
              <a:rPr lang="en-US" b="1">
                <a:ea typeface="+mn-lt"/>
                <a:cs typeface="+mn-lt"/>
              </a:rPr>
              <a:t>Data visualization setup</a:t>
            </a:r>
            <a:r>
              <a:rPr lang="en-US">
                <a:ea typeface="+mn-lt"/>
                <a:cs typeface="+mn-lt"/>
              </a:rPr>
              <a:t> — determining the best chart type to clearly show progress</a:t>
            </a:r>
            <a:endParaRPr lang="en-US"/>
          </a:p>
          <a:p>
            <a:pPr marL="285750" indent="-285750">
              <a:buFont typeface="Arial"/>
              <a:buChar char="•"/>
            </a:pPr>
            <a:r>
              <a:rPr lang="en-US" b="1">
                <a:ea typeface="+mn-lt"/>
                <a:cs typeface="+mn-lt"/>
              </a:rPr>
              <a:t>Information condensation</a:t>
            </a:r>
            <a:r>
              <a:rPr lang="en-US">
                <a:ea typeface="+mn-lt"/>
                <a:cs typeface="+mn-lt"/>
              </a:rPr>
              <a:t> — summarizing detailed updates into just a few slides without losing context</a:t>
            </a:r>
            <a:endParaRPr lang="en-US"/>
          </a:p>
          <a:p>
            <a:pPr marL="285750" indent="-285750">
              <a:buFont typeface="Arial"/>
              <a:buChar char="•"/>
            </a:pPr>
            <a:r>
              <a:rPr lang="en-US" b="1">
                <a:ea typeface="+mn-lt"/>
                <a:cs typeface="+mn-lt"/>
              </a:rPr>
              <a:t>Dependency clarification</a:t>
            </a:r>
            <a:r>
              <a:rPr lang="en-US">
                <a:ea typeface="+mn-lt"/>
                <a:cs typeface="+mn-lt"/>
              </a:rPr>
              <a:t> — understanding how tasks rely on each other in the project plan</a:t>
            </a:r>
            <a:endParaRPr lang="en-US"/>
          </a:p>
          <a:p>
            <a:pPr marL="285750" indent="-285750">
              <a:buFont typeface="Arial"/>
              <a:buChar char="•"/>
            </a:pPr>
            <a:r>
              <a:rPr lang="en-US" b="1">
                <a:ea typeface="+mn-lt"/>
                <a:cs typeface="+mn-lt"/>
              </a:rPr>
              <a:t>Communication alignment</a:t>
            </a:r>
            <a:r>
              <a:rPr lang="en-US">
                <a:ea typeface="+mn-lt"/>
                <a:cs typeface="+mn-lt"/>
              </a:rPr>
              <a:t> — crafting an email that effectively conveys progress and next steps to your manager</a:t>
            </a:r>
            <a:endParaRPr lang="en-US"/>
          </a:p>
          <a:p>
            <a:pPr marL="285750" indent="-285750">
              <a:buFont typeface="Arial"/>
              <a:buChar char="•"/>
            </a:pPr>
            <a:r>
              <a:rPr lang="en-US" b="1">
                <a:ea typeface="+mn-lt"/>
                <a:cs typeface="+mn-lt"/>
              </a:rPr>
              <a:t>Time management</a:t>
            </a:r>
            <a:r>
              <a:rPr lang="en-US">
                <a:ea typeface="+mn-lt"/>
                <a:cs typeface="+mn-lt"/>
              </a:rPr>
              <a:t> — balancing document, tracker, and presentation work efficiently</a:t>
            </a:r>
            <a:endParaRPr lang="en-US"/>
          </a:p>
          <a:p>
            <a:endParaRPr lang="en-US" dirty="0"/>
          </a:p>
        </p:txBody>
      </p:sp>
      <p:sp>
        <p:nvSpPr>
          <p:cNvPr id="6" name="Title 5">
            <a:extLst>
              <a:ext uri="{FF2B5EF4-FFF2-40B4-BE49-F238E27FC236}">
                <a16:creationId xmlns:a16="http://schemas.microsoft.com/office/drawing/2014/main" id="{FB887B46-785D-612E-5C42-EEA96510D0FE}"/>
              </a:ext>
            </a:extLst>
          </p:cNvPr>
          <p:cNvSpPr>
            <a:spLocks noGrp="1"/>
          </p:cNvSpPr>
          <p:nvPr>
            <p:ph type="title"/>
          </p:nvPr>
        </p:nvSpPr>
        <p:spPr/>
        <p:txBody>
          <a:bodyPr/>
          <a:lstStyle/>
          <a:p>
            <a:r>
              <a:rPr lang="en-US"/>
              <a:t>Next steps &amp; Challenges</a:t>
            </a:r>
          </a:p>
        </p:txBody>
      </p:sp>
    </p:spTree>
    <p:extLst>
      <p:ext uri="{BB962C8B-B14F-4D97-AF65-F5344CB8AC3E}">
        <p14:creationId xmlns:p14="http://schemas.microsoft.com/office/powerpoint/2010/main" val="1828530913"/>
      </p:ext>
    </p:extLst>
  </p:cSld>
  <p:clrMapOvr>
    <a:masterClrMapping/>
  </p:clrMapOvr>
</p:sld>
</file>

<file path=ppt/theme/theme1.xml><?xml version="1.0" encoding="utf-8"?>
<a:theme xmlns:a="http://schemas.openxmlformats.org/drawingml/2006/main" name="JuxtaposeVTI">
  <a:themeElements>
    <a:clrScheme name="JuxtaposeVTI">
      <a:dk1>
        <a:sysClr val="windowText" lastClr="000000"/>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JuxtaposeVTI">
      <a:majorFont>
        <a:latin typeface="Franklin Gothic Demi Cond" panose="020B0706030402020204"/>
        <a:ea typeface=""/>
        <a:cs typeface=""/>
      </a:majorFont>
      <a:minorFont>
        <a:latin typeface="Franklin Gothic Medium" panose="020B0603020102020204"/>
        <a:ea typeface=""/>
        <a:cs typeface=""/>
      </a:minorFont>
    </a:fontScheme>
    <a:fmtScheme name="Juxtapo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B0236716-CA63-41C1-B6AD-997AE15F064B}" vid="{0E0AE8FC-D493-434E-BDCC-ED5FFB2DAE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Slides>
  <Notes>2</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JuxtaposeVTI</vt:lpstr>
      <vt:lpstr>Status update</vt:lpstr>
      <vt:lpstr>Key accomplishments</vt:lpstr>
      <vt:lpstr>Next steps &amp; 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47</cp:revision>
  <dcterms:created xsi:type="dcterms:W3CDTF">2026-08-11T17:39:02Z</dcterms:created>
  <dcterms:modified xsi:type="dcterms:W3CDTF">2026-08-11T23:30:28Z</dcterms:modified>
</cp:coreProperties>
</file>